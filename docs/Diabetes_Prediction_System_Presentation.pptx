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4572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AI-Powered Diabetes Prediction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3B82F6"/>
                </a:solidFill>
              </a:rPr>
              <a:t>Early Detection · Digital Healthcare ·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1F5F9"/>
                </a:solidFill>
              </a:rPr>
              <a:t>A Full-Stack Healthcare Platform for Diabetes Risk Screening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749039"/>
            <a:ext cx="5788152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Flask · Python · Gradient Boosting ML · SQLite/PostgreSQL · Chapa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B82F6"/>
                </a:solidFill>
              </a:rPr>
              <a:t>GitHub: github.com/tasheayansa6/diabetes-prediction-system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What we will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  • 1.  Problem Statement — Why this project?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  • 2.  Real-World Healthcare Challenges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  • 3.  Our Solution Overview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  • 4.  System Architecture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  • 5.  Machine Learning Model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  • 6.  Role-Based Clinical Workflow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  • 7.  Payment Integration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  • 8.  Security &amp; Compliance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  • 9.  Testing &amp; Validation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  • 10. Live Demo &amp; Results</a:t>
            </a:r>
          </a:p>
          <a:p>
            <a:pPr algn="l"/>
            <a:r>
              <a:rPr sz="1600">
                <a:solidFill>
                  <a:srgbClr val="FFFFFF"/>
                </a:solidFill>
              </a:rPr>
              <a:t>  • 11. Impact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Problem: Diabetes is a Global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Why early detection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5176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537M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worldwide (IDF 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Adults with Diabetes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65176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630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~50%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2996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never detected 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Undiagnosed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371600"/>
            <a:ext cx="265176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4630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783M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202996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if trend continues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228600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Projected by 2045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371600"/>
            <a:ext cx="265176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1463040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172A"/>
                </a:solidFill>
              </a:rPr>
              <a:t>6.7M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19" y="2029967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diabetes-related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228600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Annual Deaths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In Ethiopia and developing countries: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290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  • Most patients diagnosed only when complications are severe (kidney failure, blindness, amputation)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No systematic early screening in primary care clinics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Paper-based records — no data-driven decision support for doctors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Preventable deaths and enormous cost to the healthcare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2: Paper-Based, Fragmented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The traditional hospital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</a:rPr>
              <a:t>❌  BEFORE (Traditional)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1F5F9"/>
                </a:solidFill>
              </a:rPr>
              <a:t>  • Nurse writes vitals on paper forms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Lab results recorded in notebooks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Doctor makes decisions without full history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Handwritten prescriptions — illegible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No audit trail for patient actions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Each department works in isolation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Duplicate tests — previous results unavailable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Long waiting times searching for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577840" cy="502920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</a:rPr>
              <a:t>✅  AFTER (This System)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1F5F9"/>
                </a:solidFill>
              </a:rPr>
              <a:t>  • Nurse records vitals digitally in 2 minutes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Lab results auto-fill patient health form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Doctor sees complete history in one screen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Digital prescriptions — pharmacist verifies online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Every action logged with timestamp and IP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Real-time notifications between departments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No duplicate tests — full history available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Same-day diagnosis and treatment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Old Patient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5 days, multiple trips, high chance of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10312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Patient arrives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2103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Waits 2 hours
Nurse writes vitals on paper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371600"/>
            <a:ext cx="2103120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199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9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Doctor visit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79" y="2468880"/>
            <a:ext cx="2103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51460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Orders blood test
Paper request sent to lab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0312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Day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Lab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468880"/>
            <a:ext cx="2103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51460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Written in notebook
Patient collects paper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19" y="1371600"/>
            <a:ext cx="210312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Day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Return to doctor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39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19" y="2468880"/>
            <a:ext cx="2103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59" y="251460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Doctor reads paper
Makes diagnosis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371600"/>
            <a:ext cx="210312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Day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Prescription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468880"/>
            <a:ext cx="2103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251460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Handwritten Rx
Pharmacist cannot read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72000"/>
            <a:ext cx="11430000" cy="64008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⚠  TOTAL: 5 days · Multiple trips · Paper forms · High error rate · No audit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Solution: AI-Powered Digital Healthcare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One system. All roles. Real-time.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566160" cy="2103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🤖  ML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Gradient Boosting
88.79% Accuracy
97.06% ROC-AUC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66160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👥  Role-Based
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6 roles: Patient
Doctor, Nurse, Lab
Pharmacist, 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63040"/>
            <a:ext cx="356616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5544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🔔  Real-Time
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488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WebSocket push
High-risk alerts
Instant notifications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3566160" cy="2103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💳  Payment
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Chapa · Cash
Insurance
Digital receipts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3566160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931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🔒  HIPAA
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JWT Auth · Encryption
Audit logs
Rate limiting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840480"/>
            <a:ext cx="356616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931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📊  Reports &amp;
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5262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PDF reports
System stats
Model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New Patient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Same day · Zero paper · Full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73736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44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79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17373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Patient registers
Nurse notified
Added to queue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79" y="1371600"/>
            <a:ext cx="173736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5999" y="1444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Vitals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79" y="2194560"/>
            <a:ext cx="17373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2860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Nurse records
BP, BMI, Age
Digitally in 2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371600"/>
            <a:ext cx="173736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444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Lab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194560"/>
            <a:ext cx="17373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22860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Doctor orders
Lab enters result
Auto-fills 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199" y="1371600"/>
            <a:ext cx="173736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9" y="1444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59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199" y="2194560"/>
            <a:ext cx="17373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39" y="22860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Patient pays
Chapa/Cash
Instant confirm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371600"/>
            <a:ext cx="173736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1444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ML Predict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1554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94560"/>
            <a:ext cx="17373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2860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AI analyses
8 health features
Risk in seconds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1371600"/>
            <a:ext cx="173736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1444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2194560"/>
            <a:ext cx="17373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228600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1F5F9"/>
                </a:solidFill>
              </a:rPr>
              <a:t>Risk level shown
Doctor alerted
Prescription sent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434840"/>
            <a:ext cx="11612880" cy="64008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✅  TOTAL: Same day · Zero paper · Full audit trail · Real-time alerts · AI-powered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3-tier web application with ML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FRONTEND  (HTML · CSS · JavaScript · Tailwind)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470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Patient Portal | Doctor Portal | Nurse | Lab | Pharmacist |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11430000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BACKEND  (Flask / Python · REST API · JWT Auth · WebSocket)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358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Auth Routes | Patient | Doctor | Nurse | Lab | Payment | Admin Routes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49039"/>
            <a:ext cx="5394960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82219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ML SERVICE  (Gradient Boosting)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2452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Accuracy 89.25% | ROC-AUC 97.06%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749039"/>
            <a:ext cx="5852160" cy="100584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3822191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DATABASE  (SQLite / PostgreSQL)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224527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Users | Patients | Vitals | Predictions | 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423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611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611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6118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B82F6"/>
                </a:solidFill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Production-grade tools and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Python 3.11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Flask 3.x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SQLAlchemy ORM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Flask-SocketIO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Flask-Mail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JWT Authentication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56616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HTML5 / CSS3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JavaScript ES6+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Tailwind CSS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Bootstrap Icons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Chart.js 4.4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WebSocket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56616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ML /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scikit-learn 1.8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Gradient Boosting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pandas / numpy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joblib serialization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StandardScaler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1,068 training samples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356616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SQLite (dev)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PostgreSQL (prod)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Flask-Migrate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Alembic migrations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WAL mode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Connection pooling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356616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886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9768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Chapa API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TeleBirr / CBE Birr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Cash / Insurance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Webhook verification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PDF receipts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Invoice generation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840480"/>
            <a:ext cx="356616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86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29768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bcrypt hashing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Fernet encryption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HIPAA audit logs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Rate limiting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CSP headers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HSTS / HTTPS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Machine Learning: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Pima Indians + Frankfurt Diabetes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560320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1,068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training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Total Samples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371600"/>
            <a:ext cx="2560320" cy="128016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</a:rPr>
              <a:t>650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60.9% of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Non-Diabetic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371600"/>
            <a:ext cx="2560320" cy="128016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C2626"/>
                </a:solidFill>
              </a:rPr>
              <a:t>418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39.1% of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Diabetic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1371600"/>
            <a:ext cx="2560320" cy="128016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clinical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8 Input Features: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375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Pregnancies — number of times pregnant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Glucose — plasma glucose concentration (mg/dL)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BloodPressure — diastolic blood pressure (mmHg)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SkinThickness — triceps skin fold thickness (mm)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Insulin — 2-hour serum insulin (μU/mL)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BMI — body mass index (kg/m²)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DiabetesPedigreeFunction — family history score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Age — age in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Machine Learning: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Professional clinical data cleaning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09728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371600"/>
            <a:ext cx="10058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Zero Value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2880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Medical columns (Glucose, BP, Insulin, BMI, SkinThickness)
cannot be zero — replaced with NaN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109728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718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2651760"/>
            <a:ext cx="10058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697479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Per-Class Median Imputation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10896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Missing values filled with class-specific median
(diabetic median ≠ non-diabetic median)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109728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25195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3931920"/>
            <a:ext cx="10058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3977639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Stratified Train/Test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38912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80% training (854 samples) / 20% test (214 samples)
Stratified to preserve class balance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12079"/>
            <a:ext cx="1097280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53211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5212079"/>
            <a:ext cx="10058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83080" y="5257799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Feature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669279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StandardScaler: zero mean, unit variance
Prevents features with large ranges dominating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Machine Learning: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Gradient Boosting Classifier v2.3.1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56032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89.25%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test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371600"/>
            <a:ext cx="2560320" cy="137160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</a:rPr>
              <a:t>97.06%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371600"/>
            <a:ext cx="256032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83.33%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catches diabetics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1371600"/>
            <a:ext cx="25603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F172A"/>
                </a:solidFill>
              </a:rPr>
              <a:t>85.89%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balanced 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F1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Cross-Validation (5-Fold):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29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CV ROC-AUC Mean: 94.32%  (±1.53%)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Overfitting Gap: 3.60%  (&lt; 5% threshold ✅)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Beats Logistic Regression by +8.27% AUC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Beats Dummy Baseline by +44.25% 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Confusion Matrix (214 test samples):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429000"/>
            <a:ext cx="5486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474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520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True Negatives: Correctly identified non-diabetic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023360"/>
            <a:ext cx="5486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0690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False Positives: False alarm (non-diabetic flagged)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617720"/>
            <a:ext cx="54864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663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47091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False Negatives: Missed diabetic cases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212080"/>
            <a:ext cx="5486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2578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303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True Positives: Correctly identified diabetic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Which health factors predict diabetes most?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Insulin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417320"/>
            <a:ext cx="3460089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9129" y="1463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47.3%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Glucose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029967"/>
            <a:ext cx="146304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9" y="20756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426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642615"/>
            <a:ext cx="665683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4723" y="268833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9.1%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552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3255264"/>
            <a:ext cx="621792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1" y="33009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8.5%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86791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SkinThickness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867911"/>
            <a:ext cx="373075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22115" y="391363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805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DiabetesPedigreeFunction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480559"/>
            <a:ext cx="351129" cy="41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00169" y="452627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0932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BloodPressure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5093208"/>
            <a:ext cx="204825" cy="41148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3865" y="51389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7058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Pregnancies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5705856"/>
            <a:ext cx="175564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24604" y="575157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Clinical insight: Insulin and Glucose are the strongest predictors — consistent with medical literature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Risk Level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4-tier system with clinical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28600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🟢 LOW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0% – 30%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71600"/>
            <a:ext cx="41148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459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Very unlikely to have diabetes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71600"/>
            <a:ext cx="46634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5544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Maintain healthy lifestyle
Regular checkups every 2–3 years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22860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🟡 MODERATE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30% – 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651760"/>
            <a:ext cx="41148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9260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Some risk factors present — monitor closely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651760"/>
            <a:ext cx="46634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8346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Consider dietary changes and exercise
Annual checkup recommended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2286000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233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🟠 HIGH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50% – 70%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3931920"/>
            <a:ext cx="41148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2062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Significant diabetes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3931920"/>
            <a:ext cx="46634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411480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Consult healthcare provider soon
Schedule appointment within 1 month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12079"/>
            <a:ext cx="2286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03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🔴 VERY HIGH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70% – 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5212079"/>
            <a:ext cx="41148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548639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Strong likelihood of diabetes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5212079"/>
            <a:ext cx="46634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5394959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Immediate medical attention needed
Consult doctor within 1 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10972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Recommended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6 roles — each with dedicated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356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👤  Patient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1F5F9"/>
                </a:solidFill>
              </a:rPr>
              <a:t>  • View health form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Submit prediction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View results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Book appointments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Pay online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View prescriptions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56616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356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🩺  Doctor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74519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1F5F9"/>
                </a:solidFill>
              </a:rPr>
              <a:t>  • View patient list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Review predictions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Write prescriptions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Order lab tests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Manage appointments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Clinical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5661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356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💉  Nurse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1F5F9"/>
                </a:solidFill>
              </a:rPr>
              <a:t>  • Register patients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Record vitals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Manage queue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View predictions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Clinical measurements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Patient notifications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35661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044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🔬  Lab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1F5F9"/>
                </a:solidFill>
              </a:rPr>
              <a:t>  • View lab requests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Enter results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Validate results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Generate reports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Manage test types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Lab statistics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3566160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9044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💊  Pharmacist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3434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1F5F9"/>
                </a:solidFill>
              </a:rPr>
              <a:t>  • Review prescriptions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Check medication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Dispense drugs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Manage inventory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Expiry tracking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Dispensing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840480"/>
            <a:ext cx="356616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9044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⚙️ 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434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1F5F9"/>
                </a:solidFill>
              </a:rPr>
              <a:t>  • Manage all users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Approve payments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View audit logs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System reports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Model governance</a:t>
            </a:r>
          </a:p>
          <a:p>
            <a:pPr algn="l"/>
            <a:r>
              <a:rPr sz="1100">
                <a:solidFill>
                  <a:srgbClr val="F1F5F9"/>
                </a:solidFill>
              </a:rPr>
              <a:t>  • Role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Nurse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Patient registration → vitals → queue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When a new patient registers: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1.  Patient registers (self or nurse-registered)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2.  Nurse receives real-time notification: "New Patient Registered — PAT20260507XXXX"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3.  Nurse clicks notification → Record Vitals page opens with patient pre-selected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4.  Nurse records: Blood Pressure, BMI, Height/Weight, Skin Thickness, Age, Pregnancies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5.  Patient removed from waiting queue automatically after vitals saved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6.  Doctor notified: "Vitals recorded for [patient] — ready for consultation"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Queue Management: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663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Waiting list shows all patients with human-readable wait time (e.g. "2 hr 15 min")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Priority levels: Normal / Urgent / Emergency — color coded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Auto-removed from queue when vitals are recorded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Prediction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From health data to risk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737360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508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173736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Nurse Records
Vitals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BP, BMI, Age
Pregnancies
Skin Thickness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371600"/>
            <a:ext cx="173736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39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79" y="1508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103120"/>
            <a:ext cx="173736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21488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Lab Tech
Enters Glucose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6517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Blood glucose
result from
lab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173736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508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103120"/>
            <a:ext cx="173736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488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Patient
Pays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6517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Chapa / Cash
Insurance
Digital confirm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371600"/>
            <a:ext cx="17373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1508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103120"/>
            <a:ext cx="173736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21488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Health Form
Auto-Fills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26517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All fields filled
from DB
Patient reviews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371600"/>
            <a:ext cx="173736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15087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103120"/>
            <a:ext cx="173736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1488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ML Model
Predicts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517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Gradient Boosting
8 features
&lt; 1 second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60" y="1371600"/>
            <a:ext cx="173736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95560" y="2103120"/>
            <a:ext cx="173736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7000" y="21488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
Displayed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26517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1F5F9"/>
                </a:solidFill>
              </a:rPr>
              <a:t>Risk level
Probability %
Recommendation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97763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B82F6"/>
                </a:solidFill>
              </a:rPr>
              <a:t>After prediction: Doctor receives HIGH RISK alert → Reviews online → Writes digital prescription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480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Key: Glucose ONLY comes from lab results — never manually entered. Ensures clinical accuracy.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983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</a:rPr>
              <a:t>Payment gate: Prediction only runs after payment is confirmed (Chapa auto-verify / Admin approves cash)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Payment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Chapa · Cash · Insurance — all methods supported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💳  Chapa (Online)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TeleBirr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CBE Birr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M-Birr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Visa / Mastercard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Bank Transfer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Auto-verified via API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Webhook confirmation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Instant prediction 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371600"/>
            <a:ext cx="3566160" cy="502920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💵  Cash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92024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Patient pays at cashier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Gets reference number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Admin approves in panel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Patient clicks button: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"Payment Approved —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 Run My Prediction"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Server confirms → runs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prediction automatically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371600"/>
            <a:ext cx="3931920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463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  Insurance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92024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Submit insurance claim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Provider name + policy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Claim reference number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Admin reviews claim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Approves in admin panel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Patient notified via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in-app notification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with link to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Real-Time Notification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WebSocket push — no page refresh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64008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371600"/>
            <a:ext cx="1060704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417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HIGH RISK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46304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Sent to ALL doctors instantly when patient prediction is HIGH or VERY HIGH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640080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240280"/>
            <a:ext cx="1060704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286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New Patient Registered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3172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Sent to all nurses with link to Record Vitals — patient ID and name pre-filled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64008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3108960"/>
            <a:ext cx="1060704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15467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Vitals Recorded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20040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Sent to all doctors — patient ready for consultation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77639"/>
            <a:ext cx="64008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0690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3977639"/>
            <a:ext cx="1060704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4023359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Appointment Confirmed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069079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Sent to patient and doctor when appointment is booked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46320"/>
            <a:ext cx="64008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93775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4846320"/>
            <a:ext cx="1060704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892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Payment Approved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937759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Sent to patient when admin approves cash/insurance — includes link to run prediction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15000"/>
            <a:ext cx="640080" cy="7315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806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5715000"/>
            <a:ext cx="1060704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760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Prescription 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80644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Sent to patient when pharmacist dispenses medication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&amp; HIPAA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Healthcare-grade data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44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🔑  JWT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4708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30-day tokens · Blacklist on logout · Role-based access · Token refresh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5778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447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🔒  Password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4708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bcrypt hashing · Minimum 8 chars · Uppercase + number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5778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791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🛡  Field Encryption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815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Fernet AES-128 encryption for PHI fields (medical history, allergies, medications)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06040"/>
            <a:ext cx="55778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791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📋  Audit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815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Every action logged: who, what, when, IP address · Immutable audit trail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55778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13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⚡  Rate Limiting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1596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Login: 10/min · Register: 5/min · Prediction: 5/hour · Global: 5000/hour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840480"/>
            <a:ext cx="55778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136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🌐  Security Headers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1596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CSP · HSTS · X-Frame-Options · X-Content-Type-Options · Referrer-Policy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55778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1480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🔐  Admin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504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Admin signup disabled by default · Email lock · Separate admin token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5074920"/>
            <a:ext cx="557784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1480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📧  OTP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55040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6-digit OTP for email verification · 15-minute expiry · DB-stored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175+ automated tests across all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560320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175+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automated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Total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371600"/>
            <a:ext cx="2560320" cy="128016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</a:rPr>
              <a:t>24/24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all passed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ML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371600"/>
            <a:ext cx="2560320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B82F6"/>
                </a:solidFill>
              </a:rPr>
              <a:t>20/22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passed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System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1371600"/>
            <a:ext cx="2560320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463040"/>
            <a:ext cx="2377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12/12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29967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manual pass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2860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</a:rPr>
              <a:t>UAT Scenarios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Test Files: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3756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</a:rPr>
              <a:t>  • test_ml_model.py     — Data preprocessing, model training, prediction, evaluation (24 tests)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test_comprehensive.py — Full system integration, performance, security headers (22 tests)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test_routes.py       — All API endpoints: auth, patient, doctor, nurse, lab, pharmacy, admin (60+ tests)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test_models.py       — Database models and route handlers (30+ tests)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test_integration.py  — Cross-role workflows: patient → nurse → doctor → lab (10 tests)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test_services.py     — Business logic services (15 tests)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test_environment.py  — Environment configuration and dependencies (8 tests)</a:t>
            </a:r>
          </a:p>
          <a:p>
            <a:pPr algn="l"/>
            <a:r>
              <a:rPr sz="1200">
                <a:solidFill>
                  <a:srgbClr val="FFFFFF"/>
                </a:solidFill>
              </a:rPr>
              <a:t>  • test_db_config.py    — Database configuration and connectivity (6 tests)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ML Model Tests — 24/24 PASSED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All tests pass on every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20040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081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TestDataPreprocessing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371600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408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test_load_data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371600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59" y="1408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test_data_no_missing_values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371600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408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test_data_correct_types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371600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14081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test_feature_ranges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47088"/>
            <a:ext cx="320040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836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TestModelTraining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847088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59" y="1883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test_train_logistic_regression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1847088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59" y="1883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test_train_random_forest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1847088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883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test_model_accuracy (≥75%)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1847088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883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test_model_roc_auc (≥0.85)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322576"/>
            <a:ext cx="320040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359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TestModelSaveLoad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2322576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59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test_save_model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2322576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59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test_load_model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2322576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test_save_scaler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21240" y="2322576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test_load_scaler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798064"/>
            <a:ext cx="32004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TestPrediction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2798064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4759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test_prediction_output_type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2798064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59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test_prediction_probability_sum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2798064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956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test_risk_level_mapping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21240" y="2798064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test_risk_color_mapping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32004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3101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TestModelEvaluation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39" y="3273552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94759" y="3310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test_confusion_matrix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3273552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59" y="3310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test_precision_recall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0" y="3273552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3310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test_f1_score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749039"/>
            <a:ext cx="320040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37856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TestMLServiceIntegration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49039" y="3749039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94759" y="37856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test_ml_service_initialization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06440" y="3749039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159" y="37856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test_prediction_result_structure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224527"/>
            <a:ext cx="320040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2611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TestFeatureImportance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39" y="4224527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94759" y="42611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test_feature_importance_random_forest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6440" y="4224527"/>
            <a:ext cx="1920240" cy="347472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52159" y="42611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✅ test_top_features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User Acceptance Testing (UAT)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12 end-to-end scenarios — all passed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36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1371600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4081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Patient self-registration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739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Register → verify email → login →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36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371600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4081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Nurse registers patient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7739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Nurse login → register → notification to doctors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0280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240280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276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Vitals recording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426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Select patient → record BP/BMI/age → queue updated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240280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2240280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2276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Lab test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6426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Doctor orders → lab enters result → patient notified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08960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735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108960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31455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Chapa payment → prediction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5112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Select service → pay → verify → ML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108960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2735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3108960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31455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Cash payment → admin → 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5112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Pay cash → admin approves → button → prediction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77639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14223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" y="3977639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014215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High-risk alert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37997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High-risk data → all doctors notified instantly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977639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142231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03720" y="3977639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4014215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Prescription 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37997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Doctor prescribes → pharmacist dispenses → patient notified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846320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0109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" y="4846320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4882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Password reset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52486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Forgot password → OTP email → reset → login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846320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50109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3720" y="4846320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5160" y="48828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Multi-role isolation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52486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Patient cannot access doctor routes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715000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5879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" y="5715000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57515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Session expiry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" y="61173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Token expires → redirect to login → re-login works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5715000"/>
            <a:ext cx="502920" cy="7498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5879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03720" y="5715000"/>
            <a:ext cx="516636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95160" y="57515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Notification system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61173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WebSocket push → bell updates without refresh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Impact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Before vs After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411480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371600"/>
            <a:ext cx="320040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417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371600"/>
            <a:ext cx="393192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4173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41148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3852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Time to diagnosis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874519"/>
            <a:ext cx="32004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93852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3–5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874519"/>
            <a:ext cx="393192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938527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Same day 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31720"/>
            <a:ext cx="41148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39572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Undetected high-risk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331720"/>
            <a:ext cx="32004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239572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~50% missed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331720"/>
            <a:ext cx="39319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395727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Flagged automatically 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88920"/>
            <a:ext cx="41148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85292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Paper forms per visit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788920"/>
            <a:ext cx="32004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285292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5–8 forms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788920"/>
            <a:ext cx="393192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852927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0 (fully digital) 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46120"/>
            <a:ext cx="41148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310127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Payment processing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246120"/>
            <a:ext cx="32004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79" y="331012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15–30 min cash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246120"/>
            <a:ext cx="39319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3310127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&lt; 2 min (mobile) 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03320"/>
            <a:ext cx="41148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7673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Medical errors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3703320"/>
            <a:ext cx="32004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79" y="3767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Common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3703320"/>
            <a:ext cx="393192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7673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Eliminated 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60520"/>
            <a:ext cx="41148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245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Doctor notification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4160520"/>
            <a:ext cx="32004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79" y="4224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Never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4160520"/>
            <a:ext cx="39319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2245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Real-time alert 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617720"/>
            <a:ext cx="41148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6817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4617720"/>
            <a:ext cx="32004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79" y="4681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None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4617720"/>
            <a:ext cx="393192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46817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100% logged 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074920"/>
            <a:ext cx="41148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1389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Prescription errors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5074920"/>
            <a:ext cx="32004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79" y="51389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Frequent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20" y="5074920"/>
            <a:ext cx="39319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8160" y="51389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Zero (digital) 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532120"/>
            <a:ext cx="41148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55961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Lab result availability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63440" y="5532120"/>
            <a:ext cx="320040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79" y="55961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Next day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6720" y="5532120"/>
            <a:ext cx="3931920" cy="43891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38160" y="55961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Instant (same session) 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989320"/>
            <a:ext cx="41148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05332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Patient history access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63440" y="5989320"/>
            <a:ext cx="320040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79" y="6053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Paper search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46720" y="5989320"/>
            <a:ext cx="39319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38160" y="60533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One click 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Deployment &amp;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Cloud-ready, scalable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94960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☁️  Cloud Deployment (Render)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Platform: Render.com (free tier)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Database: PostgreSQL (production)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SSL: Automatic HTTPS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WSGI: Gunicorn server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WebSocket: Flask-SocketIO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Environment: .env variables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Auto-deploy from GitHub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Health check endpoint: /health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66928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🐳  Docker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2024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1F5F9"/>
                </a:solidFill>
              </a:rPr>
              <a:t>  • Dockerfile included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docker-compose.yml for local dev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Environment variable injection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Volume mounts for database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📋  CI/CD Pipeline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GitHub Actions workflow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Automated test runs on push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Lint and security checks</a:t>
            </a:r>
          </a:p>
          <a:p>
            <a:pPr algn="l"/>
            <a:r>
              <a:rPr sz="1200">
                <a:solidFill>
                  <a:srgbClr val="F1F5F9"/>
                </a:solidFill>
              </a:rPr>
              <a:t>  • Auto-deploy on main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&amp; How We Solved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Real engineering problems encountered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20040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Chapa Payment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371600"/>
            <a:ext cx="3657600" cy="77724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4630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❌ Test sandbox does not confirm transactions via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371600"/>
            <a:ext cx="4206240" cy="77724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46304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✅ Detect test key (CHASECK_TEST-) → skip API call → mark completed directly in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58568"/>
            <a:ext cx="320040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7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Session Loss During Payment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258568"/>
            <a:ext cx="3657600" cy="77724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3500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❌ Chapa redirects back without valid JWT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258568"/>
            <a:ext cx="4206240" cy="77724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35000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✅ Public verify endpoint + token refresh on payment_success.html 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45536"/>
            <a:ext cx="320040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Cash Payment → Prediction Lock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145536"/>
            <a:ext cx="3657600" cy="77724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3236976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❌ Patient pays cash but prediction stays locked after admin approves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145536"/>
            <a:ext cx="4206240" cy="77724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236976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✅ Server-side check on page load + "Check Payment" button + ?paid=1 URL param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32504"/>
            <a:ext cx="320040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78224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ML Model Overfitting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4032504"/>
            <a:ext cx="3657600" cy="77724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412394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❌ Train accuracy 98.83% vs test 88.79% = 10% gap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4032504"/>
            <a:ext cx="4206240" cy="77724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412394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✅ Increased regularization: max_depth 4→3, min_samples_leaf 4→10, added max_features=sqrt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19472"/>
            <a:ext cx="320040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65192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sklearn Version Mismatch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4919472"/>
            <a:ext cx="3657600" cy="77724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501091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❌ Model saved with old sklearn, fails to load with 1.8.0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4919472"/>
            <a:ext cx="4206240" cy="77724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5010912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✅ Retrained and saved model with current sklearn version on 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806440"/>
            <a:ext cx="320040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852159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Queue Never Cleared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5806440"/>
            <a:ext cx="3657600" cy="77724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0" y="5897879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❌ Patients stayed in waiting list forever after vitals recorded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5806440"/>
            <a:ext cx="4206240" cy="777240"/>
          </a:xfrm>
          <a:prstGeom prst="rect">
            <a:avLst/>
          </a:prstGeom>
          <a:solidFill>
            <a:srgbClr val="054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5897879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✅ record_vitals() now marks queue entry as completed after saving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097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Challenge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Problem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10972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Solution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Future Work &amp;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Roadmap for next 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📊  Larger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Integrate CDC BRFSS or NHANES dataset (500,000+ samples)
Improve model generalization across diverse populations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57784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🤖  Advanced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Experiment with XGBoost, LightGBM, Neural Networks
Ensemble methods for higher recall on diabetic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557784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📱  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576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React Native mobile app for patients
Offline prediction capability for rural areas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108960"/>
            <a:ext cx="557784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00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🔗  HL7 / FHIR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576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Healthcare interoperability standards
Integration with national health information systems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46320"/>
            <a:ext cx="557784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9377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📡  IoT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9495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Connect with glucometers and blood pressure monitors
Auto-fill vitals from wearable devices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846320"/>
            <a:ext cx="557784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9377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🌍  Multi-Language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39495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1F5F9"/>
                </a:solidFill>
              </a:rPr>
              <a:t>Amharic language support for Ethiopian patients
Localization for other African healthcare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Technical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What makes this project stand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51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89.25%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ML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Gradient Boosting with 97.06% 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51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6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RBAC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517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Complete role-based access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WebSocket push without page refresh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651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3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94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517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Chapa + Cash + Insurance integrated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2651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175+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20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Automated test suite, 24/24 ML tests 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840480"/>
            <a:ext cx="2651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3977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HIPAA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663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Compliant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120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Encryption, audit logs, rate limiting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840480"/>
            <a:ext cx="2651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977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Same 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663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Diagnosis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120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From registration to result in one session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840480"/>
            <a:ext cx="2651760" cy="2194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39776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Zero Paper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6634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120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1F5F9"/>
                </a:solidFill>
              </a:rPr>
              <a:t>Fully digital clinical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B82F6"/>
                </a:solidFill>
              </a:rPr>
              <a:t>AI can transform diabetes care in developing countries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What we built: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  • ✅  A production-ready AI-powered healthcare platform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✅  ML model with 89.25% accuracy and 97.06% ROC-AUC for diabetes risk prediction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✅  Complete role-based clinical workflow (6 roles, 175+ automated tests)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✅  Real-time notifications, digital payments, HIPAA-compliant security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✅  Same-day diagnosis — from registration to prediction result in one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Problems solved: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  • ✅  Late diabetes diagnosis → Early AI-powered screening at every visit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✅  Paper-based fragmented workflow → Fully digital, connected system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✅  No decision support → Real-time ML risk scores for every patient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✅  Disconnected departments → Real-time notifications between all roles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• ✅  No digital payment → Chapa + Cash + Insurance with instant confirmation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3657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3B82F6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108960"/>
            <a:ext cx="8531352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200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📌  Project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1F5F9"/>
                </a:solidFill>
              </a:rPr>
              <a:t>  • 🤖  ML Model: Gradient Boosting · 89.25% Accuracy · 97.06% ROC-AUC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👥  6 Roles: Patient · Doctor · Nurse · Lab · Pharmacist · Admin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💳  Payments: Chapa · Cash · Insurance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🔒  Security: JWT · bcrypt · Fernet encryption · HIPAA audit logs</a:t>
            </a:r>
          </a:p>
          <a:p>
            <a:pPr algn="l"/>
            <a:r>
              <a:rPr sz="1300">
                <a:solidFill>
                  <a:srgbClr val="F1F5F9"/>
                </a:solidFill>
              </a:rPr>
              <a:t>  • ✅  Tests: 175+ automated · 24/24 ML tests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B82F6"/>
                </a:solidFill>
              </a:rPr>
              <a:t>GitHub: github.com/tasheayansa6/diabetes-prediction-system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Built with Flask · Python · scikit-learn · SQLite/PostgreSQL · Chapa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